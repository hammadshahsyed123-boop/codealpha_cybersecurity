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BAC-DD74-4236-B9A0-ED6094C857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DA9E-6F94-41CF-8BD4-6F105C288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6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BAC-DD74-4236-B9A0-ED6094C857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DA9E-6F94-41CF-8BD4-6F105C288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2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BAC-DD74-4236-B9A0-ED6094C857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DA9E-6F94-41CF-8BD4-6F105C288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63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BAC-DD74-4236-B9A0-ED6094C857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DA9E-6F94-41CF-8BD4-6F105C288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388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BAC-DD74-4236-B9A0-ED6094C857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DA9E-6F94-41CF-8BD4-6F105C288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5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BAC-DD74-4236-B9A0-ED6094C857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DA9E-6F94-41CF-8BD4-6F105C288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11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BAC-DD74-4236-B9A0-ED6094C857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DA9E-6F94-41CF-8BD4-6F105C288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20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BAC-DD74-4236-B9A0-ED6094C857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DA9E-6F94-41CF-8BD4-6F105C288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35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BAC-DD74-4236-B9A0-ED6094C857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DA9E-6F94-41CF-8BD4-6F105C288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8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BAC-DD74-4236-B9A0-ED6094C857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DA9E-6F94-41CF-8BD4-6F105C288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55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BAC-DD74-4236-B9A0-ED6094C857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DA9E-6F94-41CF-8BD4-6F105C28800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6879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BAC-DD74-4236-B9A0-ED6094C857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DA9E-6F94-41CF-8BD4-6F105C288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69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BAC-DD74-4236-B9A0-ED6094C857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DA9E-6F94-41CF-8BD4-6F105C28800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212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BAC-DD74-4236-B9A0-ED6094C857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DA9E-6F94-41CF-8BD4-6F105C288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60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BAC-DD74-4236-B9A0-ED6094C857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DA9E-6F94-41CF-8BD4-6F105C288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63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8BAC-DD74-4236-B9A0-ED6094C857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3DA9E-6F94-41CF-8BD4-6F105C288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31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D8BAC-DD74-4236-B9A0-ED6094C857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BD3DA9E-6F94-41CF-8BD4-6F105C288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EDDE-7899-A475-9949-79775BCC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/>
              <a:t>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33EB5-2D4C-6374-AE08-6608BD77D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600" dirty="0"/>
              <a:t>PHISHING ATTACKS</a:t>
            </a:r>
            <a:br>
              <a:rPr lang="en-US" sz="3600" dirty="0"/>
            </a:br>
            <a:r>
              <a:rPr lang="en-US" sz="3600" dirty="0"/>
              <a:t>BY</a:t>
            </a:r>
          </a:p>
          <a:p>
            <a:pPr marL="0" indent="0" algn="ctr">
              <a:buNone/>
            </a:pPr>
            <a:r>
              <a:rPr lang="en-US" sz="3600" dirty="0"/>
              <a:t>SYED HAMMAD RAZA</a:t>
            </a:r>
          </a:p>
          <a:p>
            <a:pPr marL="0" indent="0" algn="ctr">
              <a:buNone/>
            </a:pPr>
            <a:r>
              <a:rPr lang="en-US" sz="3600" dirty="0"/>
              <a:t>CYBER SECURITY</a:t>
            </a:r>
          </a:p>
          <a:p>
            <a:pPr marL="0" indent="0" algn="ctr">
              <a:buNone/>
            </a:pPr>
            <a:r>
              <a:rPr lang="en-US" sz="3600" dirty="0"/>
              <a:t>INTERNSHIP</a:t>
            </a:r>
          </a:p>
          <a:p>
            <a:pPr marL="0" indent="0" algn="ctr">
              <a:buNone/>
            </a:pPr>
            <a:r>
              <a:rPr lang="en-US" sz="3600" dirty="0"/>
              <a:t>TASK #2</a:t>
            </a: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3270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719FE-AFF2-E8C2-A755-F5E1255368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2A227-F661-4BE2-753B-DF65129564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148B73-AB75-837B-1846-8EFE89F94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7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C9693-6530-4679-180B-2C829EB7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8E731-3777-565F-821F-5258649F2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526629-C006-0197-CDA1-773E6E11D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065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B0F56-BC7F-BBAE-1018-2F4EF7C60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BB37A-E4F4-CE1C-0ED6-91903DA4D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B89521-AAB2-B7A9-DEA5-76A056167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947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E0249-5051-86BA-2911-735C90724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54250-5522-F257-7317-257B9869F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DED3A8-6A79-17B1-C2E0-9D0988EEE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839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240A3-07D9-38C3-1085-BEAE0FBDF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42667-A667-C110-A160-EB1917BC3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93807A-BDC1-BF12-F087-6A75AB455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07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F348-810E-DA0C-8CE6-F7E20EA1E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9FDF9-EBC7-3449-61DA-97EDD365D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B025FA-6C86-30CC-AEB1-C984B6E86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3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310A7-BB0F-9017-9B72-2E2322BAE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67DE8-D9E2-6FB8-AE60-61460B716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41690F-DF5F-4F6B-23EF-ECEF7CC56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21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8ECD8-1F8B-2BB2-26B0-65409011D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8A44E-0B03-9E07-5305-A6E44AF4D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F3CA5D-1EF6-CEA5-E630-69B5313F6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40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3513-1E15-01C6-CBB4-1C64F4E3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B4C6D-310A-22FE-565D-577CDE46C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A898C-1980-C21F-F198-5A5E25288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8304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15</Words>
  <Application>Microsoft Office PowerPoint</Application>
  <PresentationFormat>Widescreen</PresentationFormat>
  <Paragraphs>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hammad shah</dc:creator>
  <cp:lastModifiedBy>hammad shah</cp:lastModifiedBy>
  <cp:revision>3</cp:revision>
  <dcterms:created xsi:type="dcterms:W3CDTF">2026-03-03T12:16:51Z</dcterms:created>
  <dcterms:modified xsi:type="dcterms:W3CDTF">2026-03-03T12:21:55Z</dcterms:modified>
</cp:coreProperties>
</file>